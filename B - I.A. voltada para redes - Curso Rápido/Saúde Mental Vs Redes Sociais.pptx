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7" r:id="rId9"/>
    <p:sldId id="268" r:id="rId10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34" y="8534400"/>
            <a:ext cx="16251767" cy="6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1" y="8445755"/>
            <a:ext cx="16251767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1011936"/>
            <a:ext cx="13411200" cy="475488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0666" spc="-67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6735" y="5940827"/>
            <a:ext cx="13411200" cy="1524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200" cap="all" spc="267" baseline="0">
                <a:solidFill>
                  <a:schemeClr val="tx2"/>
                </a:solidFill>
                <a:latin typeface="+mj-lt"/>
              </a:defRPr>
            </a:lvl1pPr>
            <a:lvl2pPr marL="609585" indent="0" algn="ctr">
              <a:buNone/>
              <a:defRPr sz="3200"/>
            </a:lvl2pPr>
            <a:lvl3pPr marL="1219170" indent="0" algn="ctr">
              <a:buNone/>
              <a:defRPr sz="3200"/>
            </a:lvl3pPr>
            <a:lvl4pPr marL="1828754" indent="0" algn="ctr">
              <a:buNone/>
              <a:defRPr sz="2667"/>
            </a:lvl4pPr>
            <a:lvl5pPr marL="2438339" indent="0" algn="ctr">
              <a:buNone/>
              <a:defRPr sz="2667"/>
            </a:lvl5pPr>
            <a:lvl6pPr marL="3047924" indent="0" algn="ctr">
              <a:buNone/>
              <a:defRPr sz="2667"/>
            </a:lvl6pPr>
            <a:lvl7pPr marL="3657509" indent="0" algn="ctr">
              <a:buNone/>
              <a:defRPr sz="2667"/>
            </a:lvl7pPr>
            <a:lvl8pPr marL="4267093" indent="0" algn="ctr">
              <a:buNone/>
              <a:defRPr sz="2667"/>
            </a:lvl8pPr>
            <a:lvl9pPr marL="4876678" indent="0" algn="ctr">
              <a:buNone/>
              <a:defRPr sz="2667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610211" y="5791200"/>
            <a:ext cx="131673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3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3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34" y="8534400"/>
            <a:ext cx="16251767" cy="6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1" y="8445755"/>
            <a:ext cx="16251767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1011936"/>
            <a:ext cx="13411200" cy="475488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0666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5937504"/>
            <a:ext cx="13411200" cy="1524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200" cap="all" spc="267" baseline="0">
                <a:solidFill>
                  <a:schemeClr val="tx2"/>
                </a:solidFill>
                <a:latin typeface="+mj-lt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610211" y="5791200"/>
            <a:ext cx="131673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19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463040" y="382138"/>
            <a:ext cx="13411200" cy="193434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3039" y="2460979"/>
            <a:ext cx="6583680" cy="53644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0560" y="2460980"/>
            <a:ext cx="6583680" cy="53644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01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463040" y="382138"/>
            <a:ext cx="13411200" cy="193434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461403"/>
            <a:ext cx="6583680" cy="981709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667" b="0" cap="all" baseline="0">
                <a:solidFill>
                  <a:schemeClr val="tx2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3040" y="3443112"/>
            <a:ext cx="6583680" cy="45042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90560" y="2461403"/>
            <a:ext cx="6583680" cy="981709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667" b="0" cap="all" baseline="0">
                <a:solidFill>
                  <a:schemeClr val="tx2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90560" y="3443112"/>
            <a:ext cx="6583680" cy="450426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4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34" y="8534400"/>
            <a:ext cx="16251767" cy="6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1" y="8445755"/>
            <a:ext cx="16251767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1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" y="0"/>
            <a:ext cx="5401055" cy="9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5386761" y="0"/>
            <a:ext cx="85344" cy="9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79"/>
            <a:ext cx="4267200" cy="304800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0" y="975360"/>
            <a:ext cx="8656320" cy="70104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01440"/>
            <a:ext cx="4267200" cy="450549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0683" y="8613048"/>
            <a:ext cx="3491347" cy="48683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0" y="8613048"/>
            <a:ext cx="6197600" cy="486833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8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6604000"/>
            <a:ext cx="16251767" cy="2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1" y="6553435"/>
            <a:ext cx="16251767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6766560"/>
            <a:ext cx="13484352" cy="1097280"/>
          </a:xfrm>
        </p:spPr>
        <p:txBody>
          <a:bodyPr lIns="91440" tIns="0" rIns="91440" bIns="0" anchor="b">
            <a:noAutofit/>
          </a:bodyPr>
          <a:lstStyle>
            <a:lvl1pPr>
              <a:defRPr sz="48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" y="0"/>
            <a:ext cx="16255980" cy="6553435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267">
                <a:solidFill>
                  <a:schemeClr val="bg1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0" y="7876031"/>
            <a:ext cx="13484352" cy="79248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800"/>
              </a:spcAft>
              <a:buNone/>
              <a:defRPr sz="2000">
                <a:solidFill>
                  <a:srgbClr val="FFFFFF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53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7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34" y="8534400"/>
            <a:ext cx="16251767" cy="6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1" y="8445755"/>
            <a:ext cx="16251767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553038"/>
            <a:ext cx="3505200" cy="767656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553037"/>
            <a:ext cx="10312400" cy="7676563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2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8534400"/>
            <a:ext cx="16256000" cy="6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8445755"/>
            <a:ext cx="16256001" cy="87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0" y="382138"/>
            <a:ext cx="13411200" cy="19343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460979"/>
            <a:ext cx="13411200" cy="53644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3041" y="8613048"/>
            <a:ext cx="329636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14914" y="8613048"/>
            <a:ext cx="643040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00611" y="8613048"/>
            <a:ext cx="17493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591376" y="2317127"/>
            <a:ext cx="13289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94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85000"/>
        </a:lnSpc>
        <a:spcBef>
          <a:spcPct val="0"/>
        </a:spcBef>
        <a:buNone/>
        <a:defRPr sz="6400" kern="1200" spc="-67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21917" indent="-121917" algn="l" defTabSz="1219170" rtl="0" eaLnBrk="1" latinLnBrk="0" hangingPunct="1">
        <a:lnSpc>
          <a:spcPct val="90000"/>
        </a:lnSpc>
        <a:spcBef>
          <a:spcPts val="1600"/>
        </a:spcBef>
        <a:spcAft>
          <a:spcPts val="267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6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2051" indent="-243834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55885" indent="-243834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99719" indent="-243834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43553" indent="-243834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66630" indent="-304792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733290" indent="-304792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99950" indent="-304792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266610" indent="-304792" algn="l" defTabSz="1219170" rtl="0" eaLnBrk="1" latinLnBrk="0" hangingPunct="1">
        <a:lnSpc>
          <a:spcPct val="90000"/>
        </a:lnSpc>
        <a:spcBef>
          <a:spcPts val="267"/>
        </a:spcBef>
        <a:spcAft>
          <a:spcPts val="533"/>
        </a:spcAft>
        <a:buClr>
          <a:schemeClr val="accent1"/>
        </a:buClr>
        <a:buFont typeface="Calibri" pitchFamily="34" charset="0"/>
        <a:buChar char="◦"/>
        <a:defRPr sz="18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72FE17F-779E-D8E4-C93A-918E9A67482E}"/>
              </a:ext>
            </a:extLst>
          </p:cNvPr>
          <p:cNvSpPr txBox="1"/>
          <p:nvPr/>
        </p:nvSpPr>
        <p:spPr>
          <a:xfrm>
            <a:off x="203200" y="76200"/>
            <a:ext cx="158496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b="1" i="0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Qual problema escolhemos?</a:t>
            </a:r>
          </a:p>
          <a:p>
            <a:pPr marL="285750" indent="-285750">
              <a:buFontTx/>
              <a:buChar char="-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Saúde Mental Vs. Tecnologia (Redes Sociais).</a:t>
            </a:r>
          </a:p>
          <a:p>
            <a:endParaRPr lang="pt-BR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pt-BR" sz="2400" b="1" i="0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Como usamos a IA?</a:t>
            </a:r>
            <a:endParaRPr lang="pt-BR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pt-BR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Utilizamos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Gemini e O Chat GPT para a pesquisa do conteúdo. Já o NotebookLM utilizamos para a separação e organização das ideias e pontos centrais do tema e montagem da apresentação.</a:t>
            </a:r>
          </a:p>
          <a:p>
            <a:endParaRPr lang="pt-BR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pt-BR" sz="2400" b="1" i="0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Qual IA foi utilizada?</a:t>
            </a:r>
          </a:p>
          <a:p>
            <a:pPr marL="285750" indent="-285750">
              <a:buFontTx/>
              <a:buChar char="-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Gemini; Chat GPT e NotebookLM.</a:t>
            </a:r>
          </a:p>
          <a:p>
            <a:endParaRPr lang="pt-BR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pt-BR" sz="2400" b="1" i="0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Qual foi o melhor resultado gerado?</a:t>
            </a:r>
          </a:p>
          <a:p>
            <a:pPr marL="285750" indent="-285750">
              <a:buFontTx/>
              <a:buChar char="-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Todas as I.A.s geraram satisfatoriamente os resultados solicitados. O Gemini e o Chat GPT mostraram detalhadamente o conteúdo solicitado, detalhando os pontos positivos e negativos  e concluindo o pensamento. O NotebookLM serviu para o refinamento da ideia, utilizando a pesquisa do Gemini e do ChatGPT e com o acréscimos de algumas fontes de alguns sites confiáveis, ele gerou o slide para a apresentação.</a:t>
            </a:r>
          </a:p>
          <a:p>
            <a:endParaRPr lang="pt-BR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pt-BR" sz="2400" b="1" i="0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 que tivemos que corrigir?</a:t>
            </a:r>
          </a:p>
          <a:p>
            <a:pPr marL="285750" indent="-285750">
              <a:buFontTx/>
              <a:buChar char="-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Basicamente não tivemos correção, apenas foi gerado 2 slides para comparação e verificação de qual seria mais fácil e claro o entendimento sobre o tema.</a:t>
            </a:r>
          </a:p>
          <a:p>
            <a:endParaRPr lang="pt-BR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pt-BR" sz="2400" b="1" i="0" u="sng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Qual é o produto final?</a:t>
            </a:r>
            <a:endParaRPr lang="pt-BR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- O slide de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36990172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189</Words>
  <Application>Microsoft Office PowerPoint</Application>
  <PresentationFormat>Personalizar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Retrospectiva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LEONARDO DE OLIVEIRA JULIAO</dc:creator>
  <cp:lastModifiedBy>LEONARDO DE OLIVEIRA JULIAO</cp:lastModifiedBy>
  <cp:revision>3</cp:revision>
  <dcterms:created xsi:type="dcterms:W3CDTF">2006-08-16T00:00:00Z</dcterms:created>
  <dcterms:modified xsi:type="dcterms:W3CDTF">2026-07-09T00:59:37Z</dcterms:modified>
</cp:coreProperties>
</file>